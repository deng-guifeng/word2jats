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 Word2JATS，面向学术论文从 Word 到 JATS XML 的结构化转换。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我们从二十一本期刊及其文章类型理解需求。问题定义是：输入 Word 文档，输出符合 JATS 1.3 的 XML 和 ZIP 附属资源包。核心不只是识别内容，还包括章节结构、作者单位及图表文献之间的关联。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我们对十例样例统一清点内容。前五例有上线 XML，后五例只有 Word，因此以 Word 为内容依据，整理结构参考。评价按字段、对象和关系匹配，兼容不同但等价的 JATS 写法，并直接核对原文与资源。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我们比较了规则驱动、大模型辅助和智能体自主处理三条路线。规则快，但需要维护体例规则；智能体灵活，但多轮调用耗时难预测。我们选择第二条路线，让大模型理解上下文，由程序控制流程与输出。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总体流程先解析 Word，保留原稿位置；再由大模型判断结构。程序根据识别结果取回原文，组装 JATS 并检查，最后进入网页校订。文首元信息采用限定区域的局部 JATS 生成与专门校验。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以章节标题为例，大模型返回角色、位置与原文片段，程序再定位到实际原稿，取回文字并组装 XML。重复片段结合上下文和顺序消歧。同一位置记录继续用于内容检查与原稿对照。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不同载体分别处理：原生表格读取网格，文本排表恢复行列；原生公式转为 MathML，图像和复杂排版保留可读载体。参考文献先确定条目，再提取字段，正文引用与目标一起建立。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耗时优化主要依靠任务切分和依赖调度。文首、正文、文献边界和引文并行启动；文献边界一旦确认，就开始逐条字段提取，无需等待正文结束。长文分窗处理，所有 LLM 请求共享并发上限。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质量评价覆盖文首、正文、图表、公式、参考文献和关联关系。两种配置在主要对象上表现接近，表格网格与文献字段存在差异：本次 DeepSeek 的表格网格召回更高，Qwen 的文献字段召回更高。整体文字保留率均超过百分之九十九点七。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同一流程下，我们比较两种大模型配置。DeepSeek 平均约五十八秒，Qwen 约一百三十六秒；篇均调用费用分别约零点八四元和一点一八元。输入、输出与缓存用量均来自接口返回，按统一说明的计价口径折算。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网页支持内容预览、原稿对照和信息校订。题名、作者及机构信息可以修改，期刊和 DOI 可以补充。保存后更新的是实际 XML，预览和下载同步更新，让人工校订直接作用于交付成果。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下面通过在线原型展示从上传 Word，到查看、校订，再到下载 XML 和配套图片的完整过程。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谢谢各位评委。欢迎提问。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Relationship Id="rId4" Type="http://schemas.openxmlformats.org/officeDocument/2006/relationships/hyperlink" Target="https://word2jats.jianglab.wor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在线原型链接">
            <a:hlinkClick r:id="rId4"/>
          </p:cNvPr>
          <p:cNvSpPr/>
          <p:nvPr/>
        </p:nvSpPr>
        <p:spPr>
          <a:xfrm>
            <a:off x="2743200" y="5111496"/>
            <a:ext cx="5029200" cy="5577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python-pptx</Application>
  <PresentationFormat>On-screen Show (4:3)</PresentationFormat>
  <Slides>13</Slides>
  <Notes>13</Notes>
  <HiddenSlides>0</HiddenSlides>
  <MMClips>0</MMClips>
  <ScaleCrop>false</ScaleCrop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Word2JATS：面向学术出版的 Word 智能结构化转换</dc:title>
  <dc:subject>决赛答辩放映备用版（固定画面）</dc:subject>
  <dc:creator>JiangLab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